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244" y="10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048EB-21FD-15D1-707B-7BBD9E227A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51C18-9F16-AE99-0DB5-E7DEC05D7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E0C40-90FE-F345-0010-2F1BB1609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6FDC3-2336-6592-5A9B-08F5852B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E059B-FFF6-E755-2506-ACB3D59D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862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0B6AD-0F4E-4F5E-6BAD-6BE7BE83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C4F04-857E-F092-F66E-C49DD964F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FB363-A3C5-2323-75B5-25F1D762C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F5060-C661-396A-DF09-732D30BE9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0A4DA-ADC3-8DFE-55C5-432E8842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3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A9BC-48DB-440D-0D6B-F0B307E55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71B07-A45B-9F1F-AC19-5F75F62A2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8985C-C182-00C0-0BED-90DBB7B5A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6E9E7-D755-2625-FBC9-FB4A5200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6CD31-FFCD-1FEE-D93F-95C28061E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1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8DB41-08D8-CCD1-FDC3-6B955D560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912AD-3E70-D366-8858-8AC6056EA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6D56E-C0E8-9F5D-1AF5-4F1ECE796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3C430-8826-A0EC-061A-707BBB923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F09EC-61B1-1075-9A41-52917BCC4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848D8-9E51-E99F-47EC-216A2E3B7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00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4A23E-7257-19E7-8686-391774F78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EEC94-BF7F-4182-CBFB-E78F0F19E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02716-17FB-6F16-5E2F-049855C824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4637CC-A4DA-D549-AAAA-4383BAA43E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44B840-706C-4C96-3478-6CD0F43B4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6CACB-DE4F-4EFA-3DFD-8739938D6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AAD11-5C08-56F6-869E-EB898B33C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BB300D-C868-569C-A8EA-4475BBAB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22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8A9B2-1B60-9FCA-3A0E-F4091A52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A6E26-B3DF-5870-BEA0-730C240F2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AD8B5B-D35A-C30A-FE88-9200A30D5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2A96E7-02C9-F163-1233-E8654DEF3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4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B68DA-2340-1B63-DF24-7A486E3FC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01FC1D-E403-8403-0D4C-89DEB262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A7E93-E8DF-FB9F-2E81-4E2989EB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15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5C50-E4B5-0D6D-6E55-C792AEA84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DD889-8158-B441-1BE4-A07C7376C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3ADE75-1D4B-0F01-99BD-B19FFB4C7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32541B-AEFB-FA7A-D634-2BC98F4D2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78BF4-EBC0-A159-3F10-6B3759A74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6FD94-2F46-A673-F523-53C9D0317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07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55D06-0508-B98F-FCBE-F82B90323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E485C-7D76-6DE1-B431-308D1CD520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7FD47-DF42-DAF6-11E5-A56345B14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78EA8-90FE-9623-AE27-77D510977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CC6006-9CD6-6DAA-3CA0-B6F43ABA6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79BEA1-5092-A171-58A7-67B5A504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31DD0-3C3A-F98B-D825-5106334EE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1779E8-3CDC-1DE5-4668-29DEA94EBB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F0396-B283-FA7C-16BE-59A0C25EC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4011F-50FB-DFA5-C239-866A86B3B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24554-F81D-50C9-BDC0-BCE649FFD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21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6026F7-C733-CF05-9D5F-76B46FFCB1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613F6-41D6-1630-9FD5-B770FF54A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CD817-4518-7641-FFAA-DAAD699E2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035A6-21A1-9810-8802-835135F7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ABB4D-C651-BC3D-CDB6-CDACAF14B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926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C5F3C-1480-86AB-30F2-90EB84C4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C25C0-7F2E-5539-D4A1-DC3D0B1B5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00336-3A4C-87C3-E522-798328A59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B54144-9382-4ABE-8E9B-88CA9EDCE0E5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571DC-1F50-EDEB-C696-D962F8366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01C89-37C6-7296-EE35-6DC999B86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F46CB2-DAB6-418F-B63B-43411F2E1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7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80ACF7A9-AAD9-F41D-BE9D-5241CB944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105" y="-2354412"/>
            <a:ext cx="3886201" cy="2590801"/>
          </a:xfrm>
          <a:prstGeom prst="rect">
            <a:avLst/>
          </a:prstGeom>
        </p:spPr>
      </p:pic>
      <p:pic>
        <p:nvPicPr>
          <p:cNvPr id="15" name="Picture 14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E0470666-2BE2-7615-C629-6D8217A15E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106" y="35351"/>
            <a:ext cx="3886201" cy="2590801"/>
          </a:xfrm>
          <a:prstGeom prst="rect">
            <a:avLst/>
          </a:prstGeom>
        </p:spPr>
      </p:pic>
      <p:pic>
        <p:nvPicPr>
          <p:cNvPr id="17" name="Picture 16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01C08367-D1A6-C7A7-6EA6-731284420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106" y="2417561"/>
            <a:ext cx="3886201" cy="2590801"/>
          </a:xfrm>
          <a:prstGeom prst="rect">
            <a:avLst/>
          </a:prstGeom>
        </p:spPr>
      </p:pic>
      <p:pic>
        <p:nvPicPr>
          <p:cNvPr id="19" name="Picture 18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1A0096DC-6EB5-71DC-70C7-8E22B2C80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108" y="4817568"/>
            <a:ext cx="3886201" cy="2590801"/>
          </a:xfrm>
          <a:prstGeom prst="rect">
            <a:avLst/>
          </a:prstGeom>
        </p:spPr>
      </p:pic>
      <p:pic>
        <p:nvPicPr>
          <p:cNvPr id="21" name="Picture 20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793D0A40-CEAE-9FEC-1745-B34230E237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06" y="-2354412"/>
            <a:ext cx="3886202" cy="2590801"/>
          </a:xfrm>
          <a:prstGeom prst="rect">
            <a:avLst/>
          </a:prstGeom>
        </p:spPr>
      </p:pic>
      <p:pic>
        <p:nvPicPr>
          <p:cNvPr id="23" name="Picture 22" descr="A graph with a line and a dotted line&#10;&#10;AI-generated content may be incorrect.">
            <a:extLst>
              <a:ext uri="{FF2B5EF4-FFF2-40B4-BE49-F238E27FC236}">
                <a16:creationId xmlns:a16="http://schemas.microsoft.com/office/drawing/2014/main" id="{F985D3A6-59AA-2FF9-9B91-900FF03E13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06" y="35351"/>
            <a:ext cx="3886202" cy="2590801"/>
          </a:xfrm>
          <a:prstGeom prst="rect">
            <a:avLst/>
          </a:prstGeom>
        </p:spPr>
      </p:pic>
      <p:pic>
        <p:nvPicPr>
          <p:cNvPr id="25" name="Picture 24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114869D8-43E1-59B3-BCF3-51F05A9769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06" y="2417560"/>
            <a:ext cx="3886202" cy="2590801"/>
          </a:xfrm>
          <a:prstGeom prst="rect">
            <a:avLst/>
          </a:prstGeom>
        </p:spPr>
      </p:pic>
      <p:pic>
        <p:nvPicPr>
          <p:cNvPr id="27" name="Picture 26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DB31E3BF-D9B5-034C-4DD3-03771E8FB3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06" y="4817567"/>
            <a:ext cx="3886202" cy="2590801"/>
          </a:xfrm>
          <a:prstGeom prst="rect">
            <a:avLst/>
          </a:prstGeom>
        </p:spPr>
      </p:pic>
      <p:pic>
        <p:nvPicPr>
          <p:cNvPr id="29" name="Picture 28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6AFFF56B-C32E-0B37-5A88-8F85BF5CC5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703" y="-2332397"/>
            <a:ext cx="3886201" cy="2590800"/>
          </a:xfrm>
          <a:prstGeom prst="rect">
            <a:avLst/>
          </a:prstGeom>
        </p:spPr>
      </p:pic>
      <p:pic>
        <p:nvPicPr>
          <p:cNvPr id="31" name="Picture 30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25EB59C2-E30A-1896-C805-D93D48978DB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506" y="42582"/>
            <a:ext cx="3886201" cy="2590800"/>
          </a:xfrm>
          <a:prstGeom prst="rect">
            <a:avLst/>
          </a:prstGeom>
        </p:spPr>
      </p:pic>
      <p:pic>
        <p:nvPicPr>
          <p:cNvPr id="33" name="Picture 32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A9755F54-BC17-D091-CAAC-3C476CA58B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105" y="2417561"/>
            <a:ext cx="3886201" cy="2590800"/>
          </a:xfrm>
          <a:prstGeom prst="rect">
            <a:avLst/>
          </a:prstGeom>
        </p:spPr>
      </p:pic>
      <p:pic>
        <p:nvPicPr>
          <p:cNvPr id="35" name="Picture 34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871CE7F2-0C22-73D0-60E5-C449EEB8661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704" y="4817568"/>
            <a:ext cx="3886201" cy="2590800"/>
          </a:xfrm>
          <a:prstGeom prst="rect">
            <a:avLst/>
          </a:prstGeom>
        </p:spPr>
      </p:pic>
      <p:pic>
        <p:nvPicPr>
          <p:cNvPr id="37" name="Picture 36" descr="A graph with a line&#10;&#10;AI-generated content may be incorrect.">
            <a:extLst>
              <a:ext uri="{FF2B5EF4-FFF2-40B4-BE49-F238E27FC236}">
                <a16:creationId xmlns:a16="http://schemas.microsoft.com/office/drawing/2014/main" id="{AF1C1E80-D4E2-C53F-17F2-7204F2B5D87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9926" y="-2332397"/>
            <a:ext cx="3886202" cy="2590801"/>
          </a:xfrm>
          <a:prstGeom prst="rect">
            <a:avLst/>
          </a:prstGeom>
        </p:spPr>
      </p:pic>
      <p:pic>
        <p:nvPicPr>
          <p:cNvPr id="39" name="Picture 38" descr="A graph with a line and a point&#10;&#10;AI-generated content may be incorrect.">
            <a:extLst>
              <a:ext uri="{FF2B5EF4-FFF2-40B4-BE49-F238E27FC236}">
                <a16:creationId xmlns:a16="http://schemas.microsoft.com/office/drawing/2014/main" id="{5BE6B936-A0B5-819C-49E8-606334A2CD5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4729" y="58711"/>
            <a:ext cx="3886202" cy="2590801"/>
          </a:xfrm>
          <a:prstGeom prst="rect">
            <a:avLst/>
          </a:prstGeom>
        </p:spPr>
      </p:pic>
      <p:pic>
        <p:nvPicPr>
          <p:cNvPr id="41" name="Picture 40" descr="A graph with a line&#10;&#10;AI-generated content may be incorrect.">
            <a:extLst>
              <a:ext uri="{FF2B5EF4-FFF2-40B4-BE49-F238E27FC236}">
                <a16:creationId xmlns:a16="http://schemas.microsoft.com/office/drawing/2014/main" id="{E15ACC05-3A42-C15A-156C-4498D995BA4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9532" y="2435816"/>
            <a:ext cx="3886202" cy="2590801"/>
          </a:xfrm>
          <a:prstGeom prst="rect">
            <a:avLst/>
          </a:prstGeom>
        </p:spPr>
      </p:pic>
      <p:pic>
        <p:nvPicPr>
          <p:cNvPr id="43" name="Picture 42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BFB48CB8-FB53-CEEF-F1EC-1A8963FC6AA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634" y="4840928"/>
            <a:ext cx="3886202" cy="2590801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AEC87D0-3702-2A74-BC83-398E4558DC5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8194" y="-2354413"/>
            <a:ext cx="3886203" cy="2590802"/>
          </a:xfrm>
          <a:prstGeom prst="rect">
            <a:avLst/>
          </a:prstGeom>
        </p:spPr>
      </p:pic>
      <p:pic>
        <p:nvPicPr>
          <p:cNvPr id="47" name="Picture 46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F4F3A055-7173-D10D-0D0B-F0F0C57B864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8194" y="-38087"/>
            <a:ext cx="3886203" cy="2590802"/>
          </a:xfrm>
          <a:prstGeom prst="rect">
            <a:avLst/>
          </a:prstGeom>
        </p:spPr>
      </p:pic>
      <p:pic>
        <p:nvPicPr>
          <p:cNvPr id="49" name="Picture 48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FF98B278-CDA2-4688-97A4-8B30FE4858F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8194" y="2435816"/>
            <a:ext cx="3886203" cy="2590802"/>
          </a:xfrm>
          <a:prstGeom prst="rect">
            <a:avLst/>
          </a:prstGeom>
        </p:spPr>
      </p:pic>
      <p:pic>
        <p:nvPicPr>
          <p:cNvPr id="51" name="Picture 50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F0550DB1-324A-B42F-40D4-95525B538C85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8194" y="4817566"/>
            <a:ext cx="3886203" cy="259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150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Dương Văn Tân</dc:creator>
  <cp:lastModifiedBy>Dương Văn Tân</cp:lastModifiedBy>
  <cp:revision>1</cp:revision>
  <dcterms:created xsi:type="dcterms:W3CDTF">2025-05-29T09:05:59Z</dcterms:created>
  <dcterms:modified xsi:type="dcterms:W3CDTF">2025-05-29T09:15:52Z</dcterms:modified>
</cp:coreProperties>
</file>